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oker, Jason Kent" userId="4359f18f-4ba4-49cc-86e6-7a272b666009" providerId="ADAL" clId="{95971CBD-0C4C-447D-9B38-B5416DDFA511}"/>
    <pc:docChg chg="custSel addSld modSld">
      <pc:chgData name="Rooker, Jason Kent" userId="4359f18f-4ba4-49cc-86e6-7a272b666009" providerId="ADAL" clId="{95971CBD-0C4C-447D-9B38-B5416DDFA511}" dt="2026-06-25T17:16:52.786" v="9" actId="22"/>
      <pc:docMkLst>
        <pc:docMk/>
      </pc:docMkLst>
      <pc:sldChg chg="addSp new mod">
        <pc:chgData name="Rooker, Jason Kent" userId="4359f18f-4ba4-49cc-86e6-7a272b666009" providerId="ADAL" clId="{95971CBD-0C4C-447D-9B38-B5416DDFA511}" dt="2026-06-25T17:16:23.070" v="5" actId="22"/>
        <pc:sldMkLst>
          <pc:docMk/>
          <pc:sldMk cId="1143022444" sldId="275"/>
        </pc:sldMkLst>
        <pc:picChg chg="add">
          <ac:chgData name="Rooker, Jason Kent" userId="4359f18f-4ba4-49cc-86e6-7a272b666009" providerId="ADAL" clId="{95971CBD-0C4C-447D-9B38-B5416DDFA511}" dt="2026-06-25T17:16:23.070" v="5" actId="22"/>
          <ac:picMkLst>
            <pc:docMk/>
            <pc:sldMk cId="1143022444" sldId="275"/>
            <ac:picMk id="3" creationId="{ADF9635E-341A-1F1B-6101-33EA83955AB5}"/>
          </ac:picMkLst>
        </pc:picChg>
      </pc:sldChg>
      <pc:sldChg chg="addSp new mod">
        <pc:chgData name="Rooker, Jason Kent" userId="4359f18f-4ba4-49cc-86e6-7a272b666009" providerId="ADAL" clId="{95971CBD-0C4C-447D-9B38-B5416DDFA511}" dt="2026-06-25T17:16:35.900" v="6" actId="22"/>
        <pc:sldMkLst>
          <pc:docMk/>
          <pc:sldMk cId="3334871863" sldId="276"/>
        </pc:sldMkLst>
        <pc:picChg chg="add">
          <ac:chgData name="Rooker, Jason Kent" userId="4359f18f-4ba4-49cc-86e6-7a272b666009" providerId="ADAL" clId="{95971CBD-0C4C-447D-9B38-B5416DDFA511}" dt="2026-06-25T17:16:35.900" v="6" actId="22"/>
          <ac:picMkLst>
            <pc:docMk/>
            <pc:sldMk cId="3334871863" sldId="276"/>
            <ac:picMk id="3" creationId="{E4E73EF3-6AF3-B58F-9A27-B42DC55FFF9B}"/>
          </ac:picMkLst>
        </pc:picChg>
      </pc:sldChg>
      <pc:sldChg chg="addSp delSp new mod">
        <pc:chgData name="Rooker, Jason Kent" userId="4359f18f-4ba4-49cc-86e6-7a272b666009" providerId="ADAL" clId="{95971CBD-0C4C-447D-9B38-B5416DDFA511}" dt="2026-06-25T17:16:41.675" v="7" actId="22"/>
        <pc:sldMkLst>
          <pc:docMk/>
          <pc:sldMk cId="2150745944" sldId="277"/>
        </pc:sldMkLst>
        <pc:picChg chg="add del">
          <ac:chgData name="Rooker, Jason Kent" userId="4359f18f-4ba4-49cc-86e6-7a272b666009" providerId="ADAL" clId="{95971CBD-0C4C-447D-9B38-B5416DDFA511}" dt="2026-06-25T17:16:21.467" v="4" actId="21"/>
          <ac:picMkLst>
            <pc:docMk/>
            <pc:sldMk cId="2150745944" sldId="277"/>
            <ac:picMk id="3" creationId="{5140D652-0A75-5FEE-8EEB-865D40A5D5AB}"/>
          </ac:picMkLst>
        </pc:picChg>
        <pc:picChg chg="add">
          <ac:chgData name="Rooker, Jason Kent" userId="4359f18f-4ba4-49cc-86e6-7a272b666009" providerId="ADAL" clId="{95971CBD-0C4C-447D-9B38-B5416DDFA511}" dt="2026-06-25T17:16:41.675" v="7" actId="22"/>
          <ac:picMkLst>
            <pc:docMk/>
            <pc:sldMk cId="2150745944" sldId="277"/>
            <ac:picMk id="5" creationId="{7B6412DB-3BD5-2624-93EA-4108E5514CBD}"/>
          </ac:picMkLst>
        </pc:picChg>
      </pc:sldChg>
      <pc:sldChg chg="addSp new mod">
        <pc:chgData name="Rooker, Jason Kent" userId="4359f18f-4ba4-49cc-86e6-7a272b666009" providerId="ADAL" clId="{95971CBD-0C4C-447D-9B38-B5416DDFA511}" dt="2026-06-25T17:16:52.786" v="9" actId="22"/>
        <pc:sldMkLst>
          <pc:docMk/>
          <pc:sldMk cId="3859845137" sldId="278"/>
        </pc:sldMkLst>
        <pc:picChg chg="add">
          <ac:chgData name="Rooker, Jason Kent" userId="4359f18f-4ba4-49cc-86e6-7a272b666009" providerId="ADAL" clId="{95971CBD-0C4C-447D-9B38-B5416DDFA511}" dt="2026-06-25T17:16:52.786" v="9" actId="22"/>
          <ac:picMkLst>
            <pc:docMk/>
            <pc:sldMk cId="3859845137" sldId="278"/>
            <ac:picMk id="3" creationId="{8CBA8253-CE32-1326-3FD4-F9AE2138687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A475C-52C8-1A41-B47D-39BD7AC3D6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73163D-4F44-8EDB-9DD2-2035EBE583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47BAC-6C1D-4D63-46C9-46FFE8BD6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548B8-7E26-4256-858D-32EA4E554F30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B3A36-AF7A-C698-6317-BD61BABDE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0F6F3-6F48-C542-2566-BB01363A8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7A1C9-B29F-444F-AA8A-D0E00943E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660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C8F3C-02B8-DA23-7C3E-A4B7E8C35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EFE8B-B51D-3502-10EE-2520A2C17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8E84E3-E8B1-431C-C153-BFA95E963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548B8-7E26-4256-858D-32EA4E554F30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B2452-4C15-E266-2F16-30F0A9513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1AFFC-E023-66D1-6783-EC75D0BDE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7A1C9-B29F-444F-AA8A-D0E00943E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428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79F56-0679-7424-1802-A56C8519A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15393A-5FC0-FA82-5653-911137AA8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CC38C-8C3C-E8FA-BA27-340E79AEB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548B8-7E26-4256-858D-32EA4E554F30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5FAE1-CADF-B668-5EC4-9B265174D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25A66-9017-C9FD-3208-4D6856446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7A1C9-B29F-444F-AA8A-D0E00943E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793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BDE0F-AA0E-9B9E-B364-4D24B9903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B85CC-9784-35ED-7ADE-6D1E250E71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E2019F-3479-353C-3171-9E33393A76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C3FE14-AF87-BF2A-DE26-D908DE8AC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548B8-7E26-4256-858D-32EA4E554F30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81054D-412E-C789-AAB7-682A797AE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365821-744C-D7AD-8942-A8A1A1068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7A1C9-B29F-444F-AA8A-D0E00943E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572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A4CEA-9034-834E-1D98-C81F41857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5D4314-C36D-DEAA-3E44-18296C8C7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7943CD-475E-356A-7720-297F4BCFFA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F99D1D-CEB3-F03E-53FE-BDDA69419A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05E0EF-F0C0-C104-D067-4C8C3BE9F3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10B081-98AE-F125-2E4B-5D944C146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548B8-7E26-4256-858D-32EA4E554F30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3F8FFE-6075-185F-FC2C-173FBA22C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55398A-0852-F9ED-06F4-DA1CA0F3A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7A1C9-B29F-444F-AA8A-D0E00943E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944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B0638-3DEC-A251-61FA-715AFA0C8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319BA6-A85A-BA70-9627-41FF6752E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548B8-7E26-4256-858D-32EA4E554F30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F7BD06-D7AC-57CD-345C-DE198D1AC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5794B4-2295-14F5-65E4-D1916EFFE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7A1C9-B29F-444F-AA8A-D0E00943E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325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A3A1EB-5F26-55AF-1AA8-8BFEB8231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548B8-7E26-4256-858D-32EA4E554F30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59C74E-47D3-23FC-8DE1-7FC4379E3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5CDAB-E4B2-FB25-199C-6EE52D224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7A1C9-B29F-444F-AA8A-D0E00943E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403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87E6D-DF44-D2AB-FC90-9DC9C0791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06E1D-6B0E-1DAD-98A9-AEEC56953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B21EE7-109E-6163-FB7E-B9C5C22BD5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6134F2-531C-E9E3-7B3F-7A888E3C7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548B8-7E26-4256-858D-32EA4E554F30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D33BEF-6883-FAB7-F1CA-6307BE605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9E9D72-74B0-5A6D-4B5F-0CA2601BA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7A1C9-B29F-444F-AA8A-D0E00943E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610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D5589-6EB1-75CB-69E9-5FA73134C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70813B-F5C1-8379-426C-9803D5318C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3E2918-485C-C591-245A-4ED5AD9616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647B30-CCB9-257F-AED1-7686E6993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548B8-7E26-4256-858D-32EA4E554F30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093531-C6E0-C1BE-1D71-A8ED09EA7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9A6FA9-3699-1313-EF1A-9CB069C12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7A1C9-B29F-444F-AA8A-D0E00943E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333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C2D8F-38CD-5045-9BE1-204621948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5359FE-15E6-F15C-E95A-3913182DE9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8F3D19-4F10-48E1-5CFC-21468CF3F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548B8-7E26-4256-858D-32EA4E554F30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729AE3-400F-368E-4112-8C0C056AF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B96BB-43C7-4F3F-B179-894973A28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7A1C9-B29F-444F-AA8A-D0E00943E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243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985C59-D91D-7B10-EA7B-8DA8751652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A87156-36FD-785D-4B16-36255F510A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9722E-4387-7D82-CE5C-6C815B639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548B8-7E26-4256-858D-32EA4E554F30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49981-0848-79DD-88A7-9D73C4059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184AC-4D62-EA9F-6F23-A199E6858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7A1C9-B29F-444F-AA8A-D0E00943E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323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C538A5-7D9A-0DB9-D7E2-AA33E9489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EFD966-7BA8-E1B4-33D3-6B82BB6CDA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FC9BB-27F0-B251-DA7E-3B2F74BA2D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A548B8-7E26-4256-858D-32EA4E554F30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68F6B-9476-3A55-3399-525B89A8C7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8F116-4418-D4BB-94F3-196237A543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87A1C9-B29F-444F-AA8A-D0E00943E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69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5E03F-0156-5DED-6232-A5F9D4C58D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6/25/2026</a:t>
            </a:r>
          </a:p>
        </p:txBody>
      </p:sp>
    </p:spTree>
    <p:extLst>
      <p:ext uri="{BB962C8B-B14F-4D97-AF65-F5344CB8AC3E}">
        <p14:creationId xmlns:p14="http://schemas.microsoft.com/office/powerpoint/2010/main" val="831306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F77886-8560-ACF5-5871-0CC714C46FAB}"/>
              </a:ext>
            </a:extLst>
          </p:cNvPr>
          <p:cNvSpPr txBox="1"/>
          <p:nvPr/>
        </p:nvSpPr>
        <p:spPr>
          <a:xfrm>
            <a:off x="2932176" y="2598003"/>
            <a:ext cx="63276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/>
              <a:t>Temperature EOFs</a:t>
            </a:r>
          </a:p>
        </p:txBody>
      </p:sp>
    </p:spTree>
    <p:extLst>
      <p:ext uri="{BB962C8B-B14F-4D97-AF65-F5344CB8AC3E}">
        <p14:creationId xmlns:p14="http://schemas.microsoft.com/office/powerpoint/2010/main" val="2921384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446BF7-1ADE-E14B-550E-772135E287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064" y="0"/>
            <a:ext cx="8573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913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CD99AE-9351-FD50-813B-E44DEECB69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064" y="0"/>
            <a:ext cx="8573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026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CCB74B-8764-9150-7770-24A740E9BE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9196"/>
            <a:ext cx="12192000" cy="549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424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A4D3DA5-214E-4E78-6982-7B7EFA62F6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9196"/>
            <a:ext cx="12192000" cy="549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18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B1757D-C7C0-0AF7-EC9E-EAB6FCC611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9196"/>
            <a:ext cx="12192000" cy="549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069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864F52-A29B-9486-9E58-78ECAAF52C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9196"/>
            <a:ext cx="12192000" cy="549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298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AA796E-C3D6-5301-8C68-F61560DDF700}"/>
              </a:ext>
            </a:extLst>
          </p:cNvPr>
          <p:cNvSpPr txBox="1"/>
          <p:nvPr/>
        </p:nvSpPr>
        <p:spPr>
          <a:xfrm>
            <a:off x="2932176" y="2598003"/>
            <a:ext cx="63276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/>
              <a:t>M1</a:t>
            </a:r>
          </a:p>
          <a:p>
            <a:pPr algn="ctr"/>
            <a:r>
              <a:rPr lang="en-US" sz="4800"/>
              <a:t>Velocity EOFs</a:t>
            </a:r>
          </a:p>
        </p:txBody>
      </p:sp>
    </p:spTree>
    <p:extLst>
      <p:ext uri="{BB962C8B-B14F-4D97-AF65-F5344CB8AC3E}">
        <p14:creationId xmlns:p14="http://schemas.microsoft.com/office/powerpoint/2010/main" val="3291587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046A8B-34AC-2F31-0BF5-C1CF8FFFF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1383"/>
            <a:ext cx="12192000" cy="6135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333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1B4B2E-7A8D-1E68-F29B-810CE498A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831" y="264149"/>
            <a:ext cx="6418337" cy="6329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961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FB51C5-C19E-B5E5-48DA-6D6EA877F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736" y="175025"/>
            <a:ext cx="7956527" cy="650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323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87C14-9612-561E-1384-0EB432C13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9814C2D-0ADF-CDB1-2617-87DAAE909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18" y="547054"/>
            <a:ext cx="11810764" cy="5763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728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8B6607-B90E-41CD-8ED1-DEF45AED4D14}"/>
              </a:ext>
            </a:extLst>
          </p:cNvPr>
          <p:cNvSpPr txBox="1"/>
          <p:nvPr/>
        </p:nvSpPr>
        <p:spPr>
          <a:xfrm>
            <a:off x="2932176" y="2598003"/>
            <a:ext cx="63276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/>
              <a:t>M3</a:t>
            </a:r>
          </a:p>
          <a:p>
            <a:pPr algn="ctr"/>
            <a:r>
              <a:rPr lang="en-US" sz="4800"/>
              <a:t>Velocity EOFs</a:t>
            </a:r>
          </a:p>
        </p:txBody>
      </p:sp>
    </p:spTree>
    <p:extLst>
      <p:ext uri="{BB962C8B-B14F-4D97-AF65-F5344CB8AC3E}">
        <p14:creationId xmlns:p14="http://schemas.microsoft.com/office/powerpoint/2010/main" val="34321596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52F6FE8-9F2D-4F11-E92F-1D537345B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1383"/>
            <a:ext cx="12192000" cy="6135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539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030726-B392-E7E3-FEDC-D31E9328F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8983" y="0"/>
            <a:ext cx="69540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087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386AB0-4943-BA2B-083F-30435D93F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753" y="0"/>
            <a:ext cx="83844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7007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8836BB-BAEC-B215-A21A-3F1436D95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4029"/>
            <a:ext cx="12192000" cy="5949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6258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A6BB5E-94A5-3899-EF99-3D5CB69E4B2F}"/>
              </a:ext>
            </a:extLst>
          </p:cNvPr>
          <p:cNvSpPr txBox="1"/>
          <p:nvPr/>
        </p:nvSpPr>
        <p:spPr>
          <a:xfrm>
            <a:off x="2932176" y="2598003"/>
            <a:ext cx="63276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/>
              <a:t>M2</a:t>
            </a:r>
          </a:p>
          <a:p>
            <a:pPr algn="ctr"/>
            <a:r>
              <a:rPr lang="en-US" sz="4800"/>
              <a:t>Velocity EOFs</a:t>
            </a:r>
          </a:p>
        </p:txBody>
      </p:sp>
    </p:spTree>
    <p:extLst>
      <p:ext uri="{BB962C8B-B14F-4D97-AF65-F5344CB8AC3E}">
        <p14:creationId xmlns:p14="http://schemas.microsoft.com/office/powerpoint/2010/main" val="1839891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F9635E-341A-1F1B-6101-33EA83955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1383"/>
            <a:ext cx="12192000" cy="6135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0224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E73EF3-6AF3-B58F-9A27-B42DC55FF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8983" y="0"/>
            <a:ext cx="69540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8718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6412DB-3BD5-2624-93EA-4108E5514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753" y="0"/>
            <a:ext cx="83844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7459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BA8253-CE32-1326-3FD4-F9AE21386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1526"/>
            <a:ext cx="12192000" cy="595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845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Widescreen</PresentationFormat>
  <Paragraphs>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6/25/2026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Rooker, Jason Kent</dc:creator>
  <cp:lastModifiedBy>Rooker, Jason Kent</cp:lastModifiedBy>
  <cp:revision>1</cp:revision>
  <dcterms:created xsi:type="dcterms:W3CDTF">2026-06-25T16:30:37Z</dcterms:created>
  <dcterms:modified xsi:type="dcterms:W3CDTF">2026-06-25T17:26:43Z</dcterms:modified>
</cp:coreProperties>
</file>