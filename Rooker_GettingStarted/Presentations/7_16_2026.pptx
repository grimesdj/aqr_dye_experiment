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401C7-21D1-6D7F-F0D1-F5435EE2E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AB8F7-0438-617A-43C6-1B11EFA7F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27000-DCE0-0E90-C3BE-171E9B16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1D16E-0901-7F05-065D-52846E55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0827D-70E2-9C41-B9B2-8CF7FD9E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3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476E-D673-7121-699C-606B583C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8EBE-1070-9F8C-9ACA-993DCA61B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4C2C3-0B32-C05A-4F6E-8E81F5D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0372C-BE79-624E-956A-CB0A4CB9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E1CC6-5BA7-6228-56B7-B8F4D297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3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7413-5BD3-B6B7-0FD5-DDC08440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919EA-E8A3-62FE-110F-F86F241D1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2CD4-B820-398A-F57D-F2E1555C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BA6CD-E1E2-5F62-642F-1CC6E539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C8148-B4D8-A66B-6B24-271D0A70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6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E62A-DC95-6D3B-C938-2317A6E9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C417-3FE3-AD85-7A3E-B4614E6EB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9989B-D4C5-645E-183C-1F70C6E8A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64F98-88C0-7A24-5156-4B997909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9126F-BC78-0FB1-E120-95587126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20AA2-215C-D89D-90A9-AD7C7233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2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728C-BA0D-B096-E498-33A32771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01AE0-42DD-E7D7-3DE9-173046B4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532FB-6553-6B8D-23E0-C8B4291AE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C577D-6C00-1912-903C-DD4588458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5FF6B-1F94-655A-F5A3-9E5012584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7294F-3F15-24A4-80C4-AB059CCA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D4073-A373-5D25-244E-3FF8B553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9BD2B-C3F6-6DE8-4947-DC35DB49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6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DD86-0FC9-2B90-3B46-3881C732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3417D-A6ED-1510-3D65-6DB61761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0304F-9150-FF63-42D6-35E501B3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FE4CF-C521-EA46-7874-96C4B054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6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B1C12-B97E-B566-3498-3190A853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46442-02E9-25C8-2DF7-8EE2C9DF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83C50-1E25-26F8-3A7D-F72A1835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9F42-38EC-48AD-3882-F3ADF226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00AD4-BF9C-B0D0-AB0A-28B6293F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9F814-FAED-5B9F-53A8-65FB27971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9F97C-616F-7896-351A-72664DB8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B830D-5B2D-7F9D-76FD-306FFE38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F34D2-DC51-FEF8-F84A-8FF27B7A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3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66C4-DBF5-AA26-9A45-02AE4436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0231D-FD6B-07A7-A04B-6B9A846E0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21CD6-D841-9FA7-5B42-220524DAF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42CB1-99E4-C585-0D04-1735DB0F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E3D8-4B40-14DB-F7D5-436699CE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77B7B-4F4A-45E8-1504-BA928975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3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2716-D1E6-3DAA-99B7-6404CBD7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7EF5B-9C50-313A-9AE0-11BF39302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8E350-6395-FD6F-0DA1-49E8DFE4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BBAE8-A116-BC18-983B-1C6C76BE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E08FE-FAC0-CF1F-A009-B2A09193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4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1967A-3274-2C3F-AC10-8BEFD2513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48F9A-4379-1A84-44AF-1671A8B4B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21AC6-5DAD-72F6-189C-BD248D06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B7736-B311-FAD6-3ADB-962B6371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41367-02C7-F8A3-977B-72D0A7F8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0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8E5A6-55CA-730B-46C1-09E4C4FE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4BFA4-4DDC-7AED-CC66-0DD5D163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92D30-B7FA-8F97-02D6-5888CF342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6CA59-AD17-454B-A65E-21E204F574C0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5920-749F-1F7A-7F33-EFE4BE801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728EE-CFA3-937F-6A19-3098AB01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64A7C-CBED-E14F-B5E4-4BFF973AD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95B6-0E51-5B87-0472-BC5AF7DAD9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7/16/2026</a:t>
            </a:r>
          </a:p>
        </p:txBody>
      </p:sp>
    </p:spTree>
    <p:extLst>
      <p:ext uri="{BB962C8B-B14F-4D97-AF65-F5344CB8AC3E}">
        <p14:creationId xmlns:p14="http://schemas.microsoft.com/office/powerpoint/2010/main" val="214361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C782-E0F2-9DFC-6434-D0BEFC9A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F7B8-000B-FD59-85B5-3DAC3333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Near-Bottom Currents are attenuated in both the Cross-shore and Alongshore Directions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Alongshore currents are attenuated differently by direction due to placement relative to forest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D3177-13B1-F15A-D14F-D74DB201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10" y="2601233"/>
            <a:ext cx="4199690" cy="25302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1F11A-5DFC-6019-BBEC-EBBAEAD25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01233"/>
            <a:ext cx="4199690" cy="253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3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7626-13A8-9C1F-6D8F-F00775D8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Currents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17038-CDB1-C1B6-BC8B-FE4BC05D2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456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of the variance in the alongshore direction is barotropic/tidal</a:t>
            </a:r>
          </a:p>
          <a:p>
            <a:r>
              <a:rPr lang="en-US" dirty="0"/>
              <a:t>The variance in the cross-shore is baroclinic, dominated by mode 1</a:t>
            </a:r>
          </a:p>
          <a:p>
            <a:r>
              <a:rPr lang="en-US" dirty="0"/>
              <a:t>Previous studies indicate that cross-shore currents are more important for nutrient exchange (Jackson 1998)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50B97-097B-0E42-8AEE-022CA1E6E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976" y="365125"/>
            <a:ext cx="3088482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6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5094-23C9-9168-A78C-EC0B23BF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Cross-Shore Baroclinic Currents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132F-816C-8200-8476-69DDBE445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39579" cy="4351338"/>
          </a:xfrm>
        </p:spPr>
        <p:txBody>
          <a:bodyPr/>
          <a:lstStyle/>
          <a:p>
            <a:r>
              <a:rPr lang="en-US" dirty="0"/>
              <a:t>Mode 1 cross-shore baroclinic currents and mode 1 reconstructed temperature variability have structures typical of internal waves.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42BCBC-55E2-3644-BA69-3581FA0A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956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9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CA21-367B-779C-0B39-761097E3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B0DC-4C7C-9A34-0960-3A6E3A41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Cross-Shore Baroclinic Currents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4552-7528-01CF-D027-42208FD39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27024" cy="1853490"/>
          </a:xfrm>
        </p:spPr>
        <p:txBody>
          <a:bodyPr/>
          <a:lstStyle/>
          <a:p>
            <a:r>
              <a:rPr lang="en-US" dirty="0"/>
              <a:t>Coherence between maxima of velocity and temperature further indicates internal wave motion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B6E2F-7118-3DEB-679F-AF89CFCAC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16797"/>
            <a:ext cx="7772400" cy="40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4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</TotalTime>
  <Words>105</Words>
  <Application>Microsoft Macintosh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7/16/2026</vt:lpstr>
      <vt:lpstr>Currents</vt:lpstr>
      <vt:lpstr>Types of Currents</vt:lpstr>
      <vt:lpstr>Cross-Shore Baroclinic Currents</vt:lpstr>
      <vt:lpstr>Cross-Shore Baroclinic Currents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Rooker, Jason Kent</dc:creator>
  <cp:lastModifiedBy>Rooker, Jason Kent</cp:lastModifiedBy>
  <cp:revision>1</cp:revision>
  <dcterms:created xsi:type="dcterms:W3CDTF">2026-07-16T14:26:26Z</dcterms:created>
  <dcterms:modified xsi:type="dcterms:W3CDTF">2026-07-17T20:22:22Z</dcterms:modified>
</cp:coreProperties>
</file>