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F648-B454-6CE1-5047-FA4BB7C8B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309DC-A38D-5CA9-0D4E-1E0465273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01D6A-36CB-0B70-5E61-835D0DFD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4BFAB-9794-E73F-7F24-7C41C4729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727C3-96A9-33A3-E634-4DE48FB3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69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526D-CF64-C3BE-2496-94A9D8B40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9DDE1-7CFA-3099-7C53-4F0949253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3EAA3-7B98-83B3-CA7B-9CF7B8F24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1937-99AE-CB96-A919-03C0C627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33EBF-F1CF-B74C-E373-1EB780BA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0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6D57-CFBE-7752-67BD-3EDD9ED3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2F9B6-32E7-E65D-2FE9-A2507E491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18682-9232-7B9A-31C7-51D4BD579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2F731-169F-C11E-D567-BB47703F2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2EB81-72A9-82DF-5B0F-C90B855BD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66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01E8-5805-B049-4428-A8FB6CB7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B7459-BC78-BF6F-23E9-83EDEB94A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BE314-D74D-C0F9-A43B-B8F685376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0ACE1-4A05-4EC9-7131-9B4739BBB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4B653-DE5B-A770-6876-B70DC79E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20AD-70A7-BCF1-F80F-DF5BB927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18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C339-3323-51A8-C82F-5E3A94B5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0F5E8-28D0-E384-744D-051661B5D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F6506-0733-2D25-A5D5-A95D61D7E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F9C791-0D27-3B6D-BC6A-EE47EE954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FF2749-CC50-9D21-589A-E4B4F1B0B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9711E-A450-C632-4034-AC058444D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C9EFE-F280-40DE-D696-BE4D64AA8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D19E53-93BF-69E7-A2DE-3EC74838F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2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91688-55E6-E56B-06E7-6506C1B9D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AD9F23-57ED-48A4-46C9-1AD0EEBF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D2216-C586-D097-816F-1B67B7E4F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56D0C-828A-5D93-EDFA-A128F1AB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95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9DAE2-A6B6-0446-5749-AB257C27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F93D2-4867-0F14-1207-2AB57F3F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3F490-6DD9-65FB-2C1F-3C0E5577B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0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8C51-1FFB-BE7F-407D-CCD1ABB18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6E14C-D090-92A3-8730-132E7065D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C7A4F-3CD9-7954-37B4-5FE8FBE17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A41E0-BFFB-523D-8789-CD2FC66D3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91DB8-21E2-B74E-E59C-6342C642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0A1D6-6B7E-3AB9-99E0-B5E142CF1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3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0210-41C7-31B4-F337-137A8CC93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1FDA4-1DFB-177D-21A4-88E07F01F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3CD41-C3BB-945A-26CF-8DF4AAB1A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A06BA-4194-8FC2-1BBD-F37499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44C47-00FD-CB80-3F0A-752786E92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B601D-68D1-0AD0-E83C-D8B1480B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6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18B7-A464-FE25-D328-FB9E398B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B9264-E1AD-37E3-366A-AFCBEAAD4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1D31D-C5FC-C2A3-DCEB-21B93620F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197D-8793-6DF9-FBA2-DF0D060EA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87A11-02A3-3145-40EE-F6700FAA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8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C85D4-D7BD-6A7A-C48D-605E0B52F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180D7-5DC3-65CF-AD37-44F73E7F7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EF0FC-1E59-7D04-79BA-A57C0140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AF007-BD9C-174D-1FFC-7B5647524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CDADD-C525-9C62-6138-BA0078B3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32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6BF9E1-0AD8-105C-E94F-F56678545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3DA0B-A34C-B968-86A9-1A4BA6909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1D72D-2069-3CF1-C49D-6AF6D5667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7EAB5-ADBA-4DE9-88BA-CEA4FBFE98B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67070-E362-09AD-3468-AF1F1D324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7D194-716F-21DC-E431-5C76D029B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E21C4-8239-4DD7-A922-51BFEA295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1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1F629-C161-0FDF-3397-AA542C47FB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Tea 5/29/2026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390BC-8B01-B51E-C6CA-3B93D32B8C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3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F703A7-385F-AC0A-D64C-4B2903668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9345"/>
            <a:ext cx="12192000" cy="585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7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63558A-6C1E-D295-35FD-BF695A84C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9345"/>
            <a:ext cx="12192000" cy="585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8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9447A4-A42C-12E3-AF42-65D547EEF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768"/>
            <a:ext cx="12192000" cy="586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9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6DF643-3E34-C502-99FF-292942A19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768"/>
            <a:ext cx="12192000" cy="586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Tea 5/29/2026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Rooker, Jason Kent</dc:creator>
  <cp:lastModifiedBy>Rooker, Jason Kent</cp:lastModifiedBy>
  <cp:revision>1</cp:revision>
  <dcterms:created xsi:type="dcterms:W3CDTF">2026-05-28T17:15:15Z</dcterms:created>
  <dcterms:modified xsi:type="dcterms:W3CDTF">2026-05-28T17:36:11Z</dcterms:modified>
</cp:coreProperties>
</file>