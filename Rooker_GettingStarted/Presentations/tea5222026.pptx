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2"/>
  </p:normalViewPr>
  <p:slideViewPr>
    <p:cSldViewPr snapToGrid="0">
      <p:cViewPr varScale="1">
        <p:scale>
          <a:sx n="119" d="100"/>
          <a:sy n="11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31986-7F8C-0D04-FEDF-4D7D7909B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A089B-DBD9-4AC0-0846-35E162AB3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66527-DFD5-06E7-8580-44DAD699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DE099-8A92-C37C-BC04-FF3B640C1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B4402-0F08-2797-53AB-13E6633A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0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55BF-FD6F-7FFB-7BA1-37CF29A7A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1BFD4-0254-00E9-586C-CB4C061E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680AC-0C12-BEE1-D4C2-FA905F3E0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2B111-1D59-8BF9-DDD3-07B544B88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61315-8FCF-0DA3-51CC-A7AE0816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5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C71DC-1A58-CA2D-90BD-AA1E6DEB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EB1F6-D6BB-5B05-347F-ACF9531A7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65036-6935-6862-3214-A8397F9AC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1FA4C-797C-7D26-633C-0B910F467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A953C-6CC7-64CF-6BFA-1DBB30DC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92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C8BC-EF8C-A4DF-6BD2-F12DF945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83CC2-302D-CE9F-19B5-6DF78AC42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2E3B1-68DB-3742-37EF-E95964407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1D3DE-2D62-B4A5-0CDC-532525CB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92FCD-BA33-9765-2BA2-7790BB500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FE722-A69B-8222-D93E-99BFD967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3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7A305-3A79-9F9E-1828-D9DE47381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C4939-1A57-5399-EC65-40305B019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9573-92EF-D8C3-B6B2-7DBEF0416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16CE8-BAA3-8266-AEA0-A789830A8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B7FAC0-676D-A729-30B9-3432E1B620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12AAD6-E5DF-9E2B-2C80-3C00B0D1E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D05D1D-7AD6-1FA5-9AC1-7B8717DA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63330C-82F0-B91F-C2B6-5F56A081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87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D75E-D5DF-08FF-928B-7619A5A13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F92C71-75DD-576D-BB87-B5D06288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BBE8F-A839-F3CC-D336-EF9084E9D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17212-35AC-F9FC-CA20-001AEBF30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82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BC5EBD-00EB-AFA2-9670-3D993E3E1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38678-4AC3-9E9E-6E3C-34F9D1E3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8444E-DD7B-D53C-9B9B-36EE9383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2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B772-7E91-BB61-A482-212A0739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B1C6D-BFC5-9538-CE01-07A14D297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B5FC8-BA25-27EA-D624-BFE90AFBB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BC116-3CB8-0541-B534-A1465167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D07D9-C59F-F84E-E7B6-6E4FF1C2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6E325-81DA-4FB6-1383-E8A00CB4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0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A4EAD-1BD8-CE88-A7C3-FFCB6702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6FAF7-3432-2398-21CF-3A0B661F6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0F49A-5EE7-31FD-2266-BE44A175C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62AE7-38EB-3A51-0736-A56F6CBD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1BB8B-8F2E-A1A7-D003-89B8FDC6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0D73B-7075-89B8-71AE-0C65D993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7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36963-4F1E-D218-CFEC-2E8A0459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E6D95-6B96-F70B-C2E4-417C7AED1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90478-C99E-8BF0-E83F-34FEF85B9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8FBED-2199-1E70-64ED-B88B8CAFC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C2632-2F13-E556-1EDD-2751819D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4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D34064-CF48-CEE2-C52A-753D6BE95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7C9BD-BFB3-D976-E504-84E069CB5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55EF0-B1C9-B0B0-ADC3-35E0079CC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6E29A-DF31-21AC-CBAF-7E85D8A0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54CB-2A6E-EFF3-DD55-D9B4CE6CB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80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750568-7FB8-B0CB-AF2A-9A4519A18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5BE1C-5224-2F3C-273A-9911E2D11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E12FA-2600-5A06-4427-A29FA538C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F73B9-2772-4348-BAA4-F427654C33E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10D25-D57E-DFEC-357F-3881E0A03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29464-0632-31A7-3BA1-376E4282C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CE8E3-70BA-3748-AE14-CD58763E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0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9B89-FE27-05B0-55A2-58C1C64153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Tea 5/22/2026</a:t>
            </a:r>
          </a:p>
        </p:txBody>
      </p:sp>
    </p:spTree>
    <p:extLst>
      <p:ext uri="{BB962C8B-B14F-4D97-AF65-F5344CB8AC3E}">
        <p14:creationId xmlns:p14="http://schemas.microsoft.com/office/powerpoint/2010/main" val="2146671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7BB830-6B9C-D2AF-4E54-1E62BC572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14" y="653915"/>
            <a:ext cx="11617972" cy="555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920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329C6C-CDB2-E566-B608-CA6FDBF7B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8" y="682944"/>
            <a:ext cx="11496443" cy="549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23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A73696-1E90-1CD5-4CE0-44276A38B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91" y="652713"/>
            <a:ext cx="11613417" cy="555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5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FFDD7F-DC22-B448-4D01-2517B4047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70" y="659970"/>
            <a:ext cx="11583060" cy="553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0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1282CC-C5C7-74B4-63B0-1474851C6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56" y="732541"/>
            <a:ext cx="11279488" cy="539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79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0D11-2954-F3D1-1F17-A8FFBDC46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6714D1-EA17-A975-46F7-0A38F9C57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01" y="700099"/>
            <a:ext cx="11415197" cy="545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430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</Words>
  <Application>Microsoft Macintosh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Tea 5/22/2026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Rooker, Jason Kent</dc:creator>
  <cp:lastModifiedBy>Rooker, Jason Kent</cp:lastModifiedBy>
  <cp:revision>1</cp:revision>
  <dcterms:created xsi:type="dcterms:W3CDTF">2026-05-22T14:38:34Z</dcterms:created>
  <dcterms:modified xsi:type="dcterms:W3CDTF">2026-05-22T14:56:29Z</dcterms:modified>
</cp:coreProperties>
</file>