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CF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5" d="100"/>
          <a:sy n="65" d="100"/>
        </p:scale>
        <p:origin x="9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0E928-FF2C-5764-99ED-BA42290E1E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6CB975-91F3-2C70-DE55-F339ADE55D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DC7E8-8B01-2A93-3C5E-95F8C9472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9FBB6-732A-495C-BEB0-F68BC8864A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AA5E3-EA7C-DF6E-0307-20DEB031D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CE4E-A056-0F49-D612-ACF32C86D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AC229-D3FA-4F82-8121-04CCDE755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29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58669-DD1B-47C8-0F26-145B9F080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C7D0A-AC84-9936-0E3C-3A1CAC655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6B2AB-7EE7-488A-969D-E66AB7AA1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9FBB6-732A-495C-BEB0-F68BC8864A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953AD-9577-A2B9-3981-A1F56EFC6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7C31A-86D4-95CE-0D81-A6E30BED0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AC229-D3FA-4F82-8121-04CCDE755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67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221B9-16CB-A2DE-6F9E-A723DA6D1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1850F-4E58-3DE8-BBAE-903FD50F0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7F0E9-2CEA-7989-4A97-51C4CE9DD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9FBB6-732A-495C-BEB0-F68BC8864A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9A4D7-B8E7-3ABA-8E89-974563FF4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E4E3E-B259-4B1E-49CF-52E02C58F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AC229-D3FA-4F82-8121-04CCDE755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20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AE93A-C8FE-9DC2-05CF-9B4AF6EDD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B7B60-8D0E-2171-CD3F-03867EAB48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7D2A37-F7B1-33B0-FD22-985424B66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7525F7-BD95-F90C-6B12-B18313A56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9FBB6-732A-495C-BEB0-F68BC8864A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57A87-8C2A-A505-4A41-86B2DD47A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5BAE8-D9D2-F124-6673-928819C54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AC229-D3FA-4F82-8121-04CCDE755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006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38609-34DD-C66A-7EE2-684354C32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F792F-DFE5-6619-209C-84F4F3A10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79F2D8-152F-35E2-C289-D2741FD7C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85C4F1-0CDC-3D2A-105B-91EB599462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17F3F8-67B4-D95B-0C50-D9670ACB06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6AA1DA-E6BB-9F3B-81C0-FC7555179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9FBB6-732A-495C-BEB0-F68BC8864A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ED17DD-1C8E-D6AF-6711-2C9A3EE78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287619-92FF-5E46-6477-1D080A045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AC229-D3FA-4F82-8121-04CCDE755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716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6FEE8-686B-1940-C6F0-A7476617D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0062C5-6918-FF7C-9FD0-F424EF792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9FBB6-732A-495C-BEB0-F68BC8864A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D462A8-67E6-E0A3-CB95-40E9F5FF1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3AB214-8BB1-1EB3-CDCE-D31006091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AC229-D3FA-4F82-8121-04CCDE755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74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B77436-0419-37C2-407F-275D5E420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9FBB6-732A-495C-BEB0-F68BC8864A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4C5962-6D4D-27EC-53C6-31A71A885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910FC-52F9-70EC-F6CB-2CD02D40E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AC229-D3FA-4F82-8121-04CCDE755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06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456B4-E0DC-1370-9A6B-5BA4D4DF8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756BC-5F4E-617C-F073-6FE4BBC64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DEB73F-B48F-1014-11E9-7314F6C46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C31099-D624-F061-F63C-934C226A3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9FBB6-732A-495C-BEB0-F68BC8864A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FA14F-EAD8-38B2-0D34-7ED920312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E40DC-EC15-A524-6CA5-721A45C95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AC229-D3FA-4F82-8121-04CCDE755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25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887E7-0CC4-834E-7AE3-9465ED033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7C634C-10F9-3730-A160-0234CFF628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F5404D-A468-FD16-417D-30C2C9A04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1AF70-34FB-C8E6-2D37-FE14D0ED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9FBB6-732A-495C-BEB0-F68BC8864A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8B778-A8C5-1BF2-4A5F-7E27D331D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A87B5-11E8-B4D5-F945-5299AF48F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AC229-D3FA-4F82-8121-04CCDE755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629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2A841-59C4-DD1A-E66A-E659FC95D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6BBA28-0AC6-B9B1-59C3-A86BFF82E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21883-6A3C-6BCC-9071-B96E3B5AE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9FBB6-732A-495C-BEB0-F68BC8864A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C00FC-215E-1682-B42B-A2D4559E0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4F09F-C93D-13C6-17BC-B07911A4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AC229-D3FA-4F82-8121-04CCDE755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395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7C53A2-6341-50CC-AD57-9A8C5850C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3E6BF0-5E93-E86D-7CAF-952BD9BFE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47CA3-DF42-2902-6A1C-CEBBE6772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9FBB6-732A-495C-BEB0-F68BC8864A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AB538-9F6B-F43D-BD7F-77B395707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7A3CC-CB22-B86B-CA60-D87902434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AC229-D3FA-4F82-8121-04CCDE755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45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CF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32B11B-2228-87E9-3DC6-CC33E86B4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D4248-2028-503B-644E-0AD4A7694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E9B2D-7C09-FFB8-777D-BCB0AAF6A3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79FBB6-732A-495C-BEB0-F68BC8864A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2AD6B-A8BF-C249-3553-4024B5E6D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D3FF1-4FF0-E0FD-2E61-0F637013D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0AC229-D3FA-4F82-8121-04CCDE755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52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90DA8-236B-82F7-9D9C-CDB0735590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Tea 06/05/2026</a:t>
            </a:r>
          </a:p>
        </p:txBody>
      </p:sp>
      <p:pic>
        <p:nvPicPr>
          <p:cNvPr id="5" name="Graphic 4" descr="Tea with solid fill">
            <a:extLst>
              <a:ext uri="{FF2B5EF4-FFF2-40B4-BE49-F238E27FC236}">
                <a16:creationId xmlns:a16="http://schemas.microsoft.com/office/drawing/2014/main" id="{C72DB01A-7902-DC56-B8B3-B752B39960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28314" y="2514600"/>
            <a:ext cx="914400" cy="914400"/>
          </a:xfrm>
          <a:prstGeom prst="rect">
            <a:avLst/>
          </a:prstGeom>
        </p:spPr>
      </p:pic>
      <p:pic>
        <p:nvPicPr>
          <p:cNvPr id="7" name="Graphic 6" descr="Chinese Teapot And Cup with solid fill">
            <a:extLst>
              <a:ext uri="{FF2B5EF4-FFF2-40B4-BE49-F238E27FC236}">
                <a16:creationId xmlns:a16="http://schemas.microsoft.com/office/drawing/2014/main" id="{0913BCE5-83B1-614D-BFE6-F7BF2251CA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49288" y="25955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152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C7C7-61C7-14DF-BC0A-B027C1370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M1 (outside kelp)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5DA0C8-74A5-30AD-8564-0E503C3589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5344"/>
            <a:ext cx="12192000" cy="550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39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F7AF3-4888-3A4F-E2AE-73CB88C0D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M1 (zoomed)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873733-CD98-1B4E-E387-4CB083FB33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69" y="1455525"/>
            <a:ext cx="11207262" cy="540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194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60252-EB07-7988-CB28-2F2146E95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Correlations, Temperature vs Velocity (2.3 mab)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9F288E-3C9D-1B57-80D9-5E4BA6BBD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5344"/>
            <a:ext cx="12192000" cy="550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261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7C64B-27BB-F559-F2C4-92A801AD7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Magnitude-Squared Coherence, M1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E25C25-1D48-17B8-3DE4-9299A2F94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218" y="1583916"/>
            <a:ext cx="11685563" cy="527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325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24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Tea 06/05/2026</vt:lpstr>
      <vt:lpstr>M1 (outside kelp)</vt:lpstr>
      <vt:lpstr>M1 (zoomed)</vt:lpstr>
      <vt:lpstr>Correlations, Temperature vs Velocity (2.3 mab)</vt:lpstr>
      <vt:lpstr>Magnitude-Squared Coherence, M1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Rooker, Jason Kent</dc:creator>
  <cp:lastModifiedBy>Rooker, Jason Kent</cp:lastModifiedBy>
  <cp:revision>1</cp:revision>
  <dcterms:created xsi:type="dcterms:W3CDTF">2026-06-03T13:35:45Z</dcterms:created>
  <dcterms:modified xsi:type="dcterms:W3CDTF">2026-06-03T14:38:52Z</dcterms:modified>
</cp:coreProperties>
</file>