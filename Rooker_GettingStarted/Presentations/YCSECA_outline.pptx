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8" r:id="rId6"/>
    <p:sldId id="26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16BBB4-0380-402F-8F63-B678F84928DE}" v="32" dt="2026-07-06T18:19:49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ker, Jason Kent" userId="4359f18f-4ba4-49cc-86e6-7a272b666009" providerId="ADAL" clId="{95971CBD-0C4C-447D-9B38-B5416DDFA511}"/>
    <pc:docChg chg="undo custSel addSld delSld modSld sldOrd">
      <pc:chgData name="Rooker, Jason Kent" userId="4359f18f-4ba4-49cc-86e6-7a272b666009" providerId="ADAL" clId="{95971CBD-0C4C-447D-9B38-B5416DDFA511}" dt="2026-07-06T19:53:31.660" v="113" actId="1076"/>
      <pc:docMkLst>
        <pc:docMk/>
      </pc:docMkLst>
      <pc:sldChg chg="addSp delSp modSp mod">
        <pc:chgData name="Rooker, Jason Kent" userId="4359f18f-4ba4-49cc-86e6-7a272b666009" providerId="ADAL" clId="{95971CBD-0C4C-447D-9B38-B5416DDFA511}" dt="2026-07-06T18:16:09.686" v="13" actId="1076"/>
        <pc:sldMkLst>
          <pc:docMk/>
          <pc:sldMk cId="3900891244" sldId="257"/>
        </pc:sldMkLst>
        <pc:spChg chg="add del">
          <ac:chgData name="Rooker, Jason Kent" userId="4359f18f-4ba4-49cc-86e6-7a272b666009" providerId="ADAL" clId="{95971CBD-0C4C-447D-9B38-B5416DDFA511}" dt="2026-07-06T18:15:27.451" v="2" actId="22"/>
          <ac:spMkLst>
            <pc:docMk/>
            <pc:sldMk cId="3900891244" sldId="257"/>
            <ac:spMk id="5" creationId="{13A0F236-9E6A-7E70-634A-36908E683CEC}"/>
          </ac:spMkLst>
        </pc:spChg>
        <pc:spChg chg="add del">
          <ac:chgData name="Rooker, Jason Kent" userId="4359f18f-4ba4-49cc-86e6-7a272b666009" providerId="ADAL" clId="{95971CBD-0C4C-447D-9B38-B5416DDFA511}" dt="2026-07-06T18:15:37.626" v="4" actId="22"/>
          <ac:spMkLst>
            <pc:docMk/>
            <pc:sldMk cId="3900891244" sldId="257"/>
            <ac:spMk id="7" creationId="{1DB721CD-97A0-9A1E-EE10-663926775C98}"/>
          </ac:spMkLst>
        </pc:spChg>
        <pc:picChg chg="add mod">
          <ac:chgData name="Rooker, Jason Kent" userId="4359f18f-4ba4-49cc-86e6-7a272b666009" providerId="ADAL" clId="{95971CBD-0C4C-447D-9B38-B5416DDFA511}" dt="2026-07-06T18:15:53.648" v="9" actId="1076"/>
          <ac:picMkLst>
            <pc:docMk/>
            <pc:sldMk cId="3900891244" sldId="257"/>
            <ac:picMk id="9" creationId="{D8C8CAE2-CEA5-58D9-9A74-B451393A474B}"/>
          </ac:picMkLst>
        </pc:picChg>
        <pc:picChg chg="add mod">
          <ac:chgData name="Rooker, Jason Kent" userId="4359f18f-4ba4-49cc-86e6-7a272b666009" providerId="ADAL" clId="{95971CBD-0C4C-447D-9B38-B5416DDFA511}" dt="2026-07-06T18:16:09.686" v="13" actId="1076"/>
          <ac:picMkLst>
            <pc:docMk/>
            <pc:sldMk cId="3900891244" sldId="257"/>
            <ac:picMk id="11" creationId="{15149C07-5570-3DFD-A104-76A1F18EEB7A}"/>
          </ac:picMkLst>
        </pc:picChg>
      </pc:sldChg>
      <pc:sldChg chg="modSp mod ord">
        <pc:chgData name="Rooker, Jason Kent" userId="4359f18f-4ba4-49cc-86e6-7a272b666009" providerId="ADAL" clId="{95971CBD-0C4C-447D-9B38-B5416DDFA511}" dt="2026-07-06T18:19:37.408" v="31"/>
        <pc:sldMkLst>
          <pc:docMk/>
          <pc:sldMk cId="3191246349" sldId="258"/>
        </pc:sldMkLst>
        <pc:spChg chg="mod">
          <ac:chgData name="Rooker, Jason Kent" userId="4359f18f-4ba4-49cc-86e6-7a272b666009" providerId="ADAL" clId="{95971CBD-0C4C-447D-9B38-B5416DDFA511}" dt="2026-07-06T18:19:33.507" v="29" actId="20577"/>
          <ac:spMkLst>
            <pc:docMk/>
            <pc:sldMk cId="3191246349" sldId="258"/>
            <ac:spMk id="2" creationId="{6061324B-AD66-BDEB-60CF-EC160A2E3220}"/>
          </ac:spMkLst>
        </pc:spChg>
      </pc:sldChg>
      <pc:sldChg chg="ord">
        <pc:chgData name="Rooker, Jason Kent" userId="4359f18f-4ba4-49cc-86e6-7a272b666009" providerId="ADAL" clId="{95971CBD-0C4C-447D-9B38-B5416DDFA511}" dt="2026-07-06T18:19:49.997" v="35"/>
        <pc:sldMkLst>
          <pc:docMk/>
          <pc:sldMk cId="2137161488" sldId="261"/>
        </pc:sldMkLst>
      </pc:sldChg>
      <pc:sldChg chg="addSp delSp modSp new mod">
        <pc:chgData name="Rooker, Jason Kent" userId="4359f18f-4ba4-49cc-86e6-7a272b666009" providerId="ADAL" clId="{95971CBD-0C4C-447D-9B38-B5416DDFA511}" dt="2026-07-06T19:52:56.474" v="88" actId="1076"/>
        <pc:sldMkLst>
          <pc:docMk/>
          <pc:sldMk cId="201140396" sldId="268"/>
        </pc:sldMkLst>
        <pc:spChg chg="mod">
          <ac:chgData name="Rooker, Jason Kent" userId="4359f18f-4ba4-49cc-86e6-7a272b666009" providerId="ADAL" clId="{95971CBD-0C4C-447D-9B38-B5416DDFA511}" dt="2026-07-06T19:52:36.224" v="83" actId="20577"/>
          <ac:spMkLst>
            <pc:docMk/>
            <pc:sldMk cId="201140396" sldId="268"/>
            <ac:spMk id="2" creationId="{DA84D354-AA04-1A20-42EF-69C77A4F64F5}"/>
          </ac:spMkLst>
        </pc:spChg>
        <pc:spChg chg="del">
          <ac:chgData name="Rooker, Jason Kent" userId="4359f18f-4ba4-49cc-86e6-7a272b666009" providerId="ADAL" clId="{95971CBD-0C4C-447D-9B38-B5416DDFA511}" dt="2026-07-06T19:52:39.450" v="84" actId="478"/>
          <ac:spMkLst>
            <pc:docMk/>
            <pc:sldMk cId="201140396" sldId="268"/>
            <ac:spMk id="3" creationId="{F261E14B-C09D-D13B-D70C-C6AD757B0718}"/>
          </ac:spMkLst>
        </pc:spChg>
        <pc:picChg chg="add mod">
          <ac:chgData name="Rooker, Jason Kent" userId="4359f18f-4ba4-49cc-86e6-7a272b666009" providerId="ADAL" clId="{95971CBD-0C4C-447D-9B38-B5416DDFA511}" dt="2026-07-06T19:52:56.474" v="88" actId="1076"/>
          <ac:picMkLst>
            <pc:docMk/>
            <pc:sldMk cId="201140396" sldId="268"/>
            <ac:picMk id="5" creationId="{FFFFA265-5825-2C3C-71EB-2BB648714322}"/>
          </ac:picMkLst>
        </pc:picChg>
      </pc:sldChg>
      <pc:sldChg chg="new del">
        <pc:chgData name="Rooker, Jason Kent" userId="4359f18f-4ba4-49cc-86e6-7a272b666009" providerId="ADAL" clId="{95971CBD-0C4C-447D-9B38-B5416DDFA511}" dt="2026-07-06T18:16:46.933" v="14" actId="2696"/>
        <pc:sldMkLst>
          <pc:docMk/>
          <pc:sldMk cId="1524533839" sldId="268"/>
        </pc:sldMkLst>
      </pc:sldChg>
      <pc:sldChg chg="addSp delSp modSp new mod">
        <pc:chgData name="Rooker, Jason Kent" userId="4359f18f-4ba4-49cc-86e6-7a272b666009" providerId="ADAL" clId="{95971CBD-0C4C-447D-9B38-B5416DDFA511}" dt="2026-07-06T19:53:31.660" v="113" actId="1076"/>
        <pc:sldMkLst>
          <pc:docMk/>
          <pc:sldMk cId="878927851" sldId="269"/>
        </pc:sldMkLst>
        <pc:spChg chg="mod">
          <ac:chgData name="Rooker, Jason Kent" userId="4359f18f-4ba4-49cc-86e6-7a272b666009" providerId="ADAL" clId="{95971CBD-0C4C-447D-9B38-B5416DDFA511}" dt="2026-07-06T19:53:06.325" v="108" actId="20577"/>
          <ac:spMkLst>
            <pc:docMk/>
            <pc:sldMk cId="878927851" sldId="269"/>
            <ac:spMk id="2" creationId="{A234BD7D-28DD-A5D8-9941-9C88A105DBCC}"/>
          </ac:spMkLst>
        </pc:spChg>
        <pc:spChg chg="del">
          <ac:chgData name="Rooker, Jason Kent" userId="4359f18f-4ba4-49cc-86e6-7a272b666009" providerId="ADAL" clId="{95971CBD-0C4C-447D-9B38-B5416DDFA511}" dt="2026-07-06T19:53:09.313" v="109" actId="478"/>
          <ac:spMkLst>
            <pc:docMk/>
            <pc:sldMk cId="878927851" sldId="269"/>
            <ac:spMk id="3" creationId="{9F2E5509-66B4-5FE1-6664-A94F15BB1A82}"/>
          </ac:spMkLst>
        </pc:spChg>
        <pc:picChg chg="add mod">
          <ac:chgData name="Rooker, Jason Kent" userId="4359f18f-4ba4-49cc-86e6-7a272b666009" providerId="ADAL" clId="{95971CBD-0C4C-447D-9B38-B5416DDFA511}" dt="2026-07-06T19:53:31.660" v="113" actId="1076"/>
          <ac:picMkLst>
            <pc:docMk/>
            <pc:sldMk cId="878927851" sldId="269"/>
            <ac:picMk id="5" creationId="{1C4AC34A-9315-2BCE-4E06-F738C0CB0BB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16C5-FC4C-5EBC-3D0C-ABEECF26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C2390-0131-9701-B3BF-D81365A24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F2F5-95AF-C1A3-5496-D3BE0F3C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2E840-F7FB-F72C-AB3F-8C24BC96C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972FC-2B13-E378-CF21-A8C7D6DA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9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0D7C-39FE-DA30-8834-ED948C6E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CA0A-2ED6-96C0-C82F-E7870D54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7378F-E91C-2FA8-4D6B-AA0500F8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685F8-3019-8436-F458-CC7BDC54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A7C6D-5873-3CDD-02BB-5AF6C06A5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11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9003-939A-9E04-E8B1-AAD0E49A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D6548-0154-CB45-3B91-2946B8EBB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57CC0-9303-8F17-96EE-C1D95471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2E43F-12A8-41E6-D159-A25DDE3C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2A0EE-5282-6055-B890-6131933D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8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5349-DED1-2A5F-799E-66F0C2841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437C-DC7B-783E-B2A9-FA2F402E2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F6081-98E5-F1B8-5BA2-032100B45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B1693-8D5C-2054-54FB-9D9A3191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50CCF-C9B5-CCFF-A3A6-001CEE61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B8A19-2412-75B4-261D-239E88F4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6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6EFF-0119-1692-473F-AC51AC85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76D8C-6531-78B9-E89C-EBB81D611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B8BDB-FDE5-2D7C-BDCD-4B16D7988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00513-AC1F-EC9C-7625-B4B4F1059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B7EE3-5694-B44D-56C4-D5D866BBA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73E56-CB31-8903-EA06-1E74D459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EAC02-5B9C-6973-3E7C-F8A8AFA5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A5374-F54F-0EBB-4593-4DF4401B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0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3153-A0B8-84CE-9B4D-35D41698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C466C-567A-AE7B-55F9-76636D67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C24DC-DD40-7A75-5FD3-A84152CB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08D4E-9A67-97F4-11F9-03C787B6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9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06171-9B09-DDF5-9BDE-9089C354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167B5-12FA-3B16-D416-C6F387D0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671D2-891F-4406-5E63-DA7BA209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0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F188D-CE59-49C6-86E2-4B6A939E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B6590-4BD0-FF85-44C1-683CC6C23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97CF5-9B14-9B5B-9740-1A769D54D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7BE27-3536-8E08-8AAD-8DE4E507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9C21B-61E5-FE5C-5C64-9B155642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8DDAF-6869-24F4-87DE-53D58861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7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E60B-B95B-6366-DA76-3F3F4C20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D52B6-9181-43BF-D189-9D7544EF8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5FE2-E6E6-60BB-E8AB-B0493E3BC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919D5-4814-6E0E-86AD-58D2B642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F84AF-BF24-C76A-A07F-8DA7AF1A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8C30B-BCCD-55AA-62BE-A8197197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1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4208-675E-EC4B-6D93-7832EA4F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4AED0-A900-5CD8-1250-0178CBAC9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7152D-0129-926A-ECAC-998288A3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803AD-46E7-5F89-3EF7-62DC8000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6E30D-5131-C14C-0BF8-557AC5AD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4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340F2-6D3E-7479-0D60-1BD017504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1FA4A-37AF-9EE9-CA40-E6F929230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A46DB-EE4F-680B-5351-9B4A63C1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27D7-6328-5308-8CB1-D31C57EA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71F29-FC8A-8431-5193-D1CC385C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3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6665D-2420-AA50-AB73-C6D4942B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97508-B4A8-2D72-643C-CA5EFD12F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7EB44-0E73-94E8-0965-9F78B9159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66E03-9EB1-3349-B324-1D45ED882E3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6703-0289-0AB2-4C37-7A151234A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06DCC-D6CC-CE5F-1894-BC9F727BB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151DB-C433-7F4A-A635-D4EB7A371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5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AA01-A11E-8A25-9D33-C96399E4C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YCSEC-A Poster Outline</a:t>
            </a:r>
          </a:p>
        </p:txBody>
      </p:sp>
    </p:spTree>
    <p:extLst>
      <p:ext uri="{BB962C8B-B14F-4D97-AF65-F5344CB8AC3E}">
        <p14:creationId xmlns:p14="http://schemas.microsoft.com/office/powerpoint/2010/main" val="66979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9266-557E-E551-A35F-D2C44C15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Dominant Advection Currents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5F91F-53EF-0A5F-E227-EAB6E832F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Low frequencies have much larger advection (</a:t>
                </a:r>
                <a:r>
                  <a:rPr lang="en-US" dirty="0" err="1"/>
                  <a:t>X_rms</a:t>
                </a:r>
                <a:r>
                  <a:rPr lang="en-US" dirty="0"/>
                  <a:t>) than higher frequency waves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5F91F-53EF-0A5F-E227-EAB6E832F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8C8CAE2-CEA5-58D9-9A74-B451393A4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29000"/>
            <a:ext cx="5937504" cy="29998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149C07-5570-3DFD-A104-76A1F18EE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5" y="3509077"/>
            <a:ext cx="5799223" cy="292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91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0DE04-0DB3-6808-EC2A-2A7FD429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Low-Frequency </a:t>
            </a:r>
            <a:br>
              <a:rPr lang="en-US" dirty="0"/>
            </a:br>
            <a:r>
              <a:rPr lang="en-US" dirty="0"/>
              <a:t>Variance Breakdown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3262E-2D58-2A9B-FCDC-854C154DFC3E}"/>
              </a:ext>
            </a:extLst>
          </p:cNvPr>
          <p:cNvSpPr txBox="1"/>
          <p:nvPr/>
        </p:nvSpPr>
        <p:spPr>
          <a:xfrm>
            <a:off x="537883" y="2274838"/>
            <a:ext cx="5776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Alongshore Variance is higher than Cross-shore for M1 and M3. M3 has very large alongshore variance…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Alongshore variance is predominantly barotropic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Cross-shore variance is predominantly baroclinic, with a substantial contribution from 1</a:t>
            </a:r>
            <a:r>
              <a:rPr lang="en-US" baseline="30000" dirty="0"/>
              <a:t>st</a:t>
            </a:r>
            <a:r>
              <a:rPr lang="en-US" dirty="0"/>
              <a:t> baroclinic mode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FA0A0-C5E4-7489-A4CA-3503C702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209550"/>
            <a:ext cx="44831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6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324B-AD66-BDEB-60CF-EC160A2E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frequency currents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F8890-B81C-CABF-C20C-BACEB7A15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EOFs of velocity and temperature strongly suggest broad-band internal wave action at all moorings. Coherence and phase suggest that velocity and temperature are linked (infer velocities from temp?)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124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D354-AA04-1A20-42EF-69C77A4F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Current Profiles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FA265-5825-2C3C-71EB-2BB648714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58383"/>
            <a:ext cx="10820400" cy="503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BD7D-28DD-A5D8-9941-9C88A105D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Variability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AC34A-9315-2BCE-4E06-F738C0CB0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485759"/>
            <a:ext cx="10893551" cy="507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2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44E6-05DD-46E1-7D9F-F327C7A7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attenuation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34990-8FF4-D528-358D-6F4C02960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flow magnitude at dominant frequencies inside vs outside forest (single scatterplot, or maybe one cross and one alongshore)</a:t>
            </a:r>
          </a:p>
        </p:txBody>
      </p:sp>
    </p:spTree>
    <p:extLst>
      <p:ext uri="{BB962C8B-B14F-4D97-AF65-F5344CB8AC3E}">
        <p14:creationId xmlns:p14="http://schemas.microsoft.com/office/powerpoint/2010/main" val="246489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2517-C2A7-55C0-CEAC-3F8FA82A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Alongshore Baroclinic Velocity EOFs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DF779-BB4C-2653-04EF-987E6D906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48" y="1592131"/>
            <a:ext cx="5113752" cy="4738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2CB40A-D5C8-0444-F804-E3233FE9B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4555"/>
            <a:ext cx="4973989" cy="46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42FB-95AB-64A6-A694-6E6CFC80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Cross-shore Baroclinic Velocity EOFs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57072-47AF-F9D0-0B06-D901DEE6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4" y="1432504"/>
            <a:ext cx="5727961" cy="5167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B3C6DC-496B-33B2-B7D8-E6470A08F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593" y="1432504"/>
            <a:ext cx="5322713" cy="493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60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BFFF-FE28-D433-D71C-31304531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Cross-shore Velocity and Temperature Coherence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C4F5A-49F7-D250-B10C-CE88AF115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085" y="1944336"/>
            <a:ext cx="7772400" cy="43678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133941-DCBE-DE5D-9504-6B8247F3B2A1}"/>
              </a:ext>
            </a:extLst>
          </p:cNvPr>
          <p:cNvSpPr txBox="1"/>
          <p:nvPr/>
        </p:nvSpPr>
        <p:spPr>
          <a:xfrm>
            <a:off x="355002" y="1979407"/>
            <a:ext cx="35715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 one shows high coherence in the diurnal/inertial band and just below the semidiurnal band.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Phase is relatively stable at –pi/2 which is consistent with what is </a:t>
            </a:r>
          </a:p>
          <a:p>
            <a:r>
              <a:rPr lang="en-US" dirty="0"/>
              <a:t>expected from internal waves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is material energy at these frequencies. </a:t>
            </a:r>
          </a:p>
        </p:txBody>
      </p:sp>
    </p:spTree>
    <p:extLst>
      <p:ext uri="{BB962C8B-B14F-4D97-AF65-F5344CB8AC3E}">
        <p14:creationId xmlns:p14="http://schemas.microsoft.com/office/powerpoint/2010/main" val="1734105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55FEE4-DFF1-984A-D5FE-538B15F2CB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425"/>
          <a:stretch>
            <a:fillRect/>
          </a:stretch>
        </p:blipFill>
        <p:spPr>
          <a:xfrm>
            <a:off x="2209800" y="1858275"/>
            <a:ext cx="7772400" cy="1422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BB361B-09A4-04C4-55CD-49BCFB86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425"/>
          <a:stretch>
            <a:fillRect/>
          </a:stretch>
        </p:blipFill>
        <p:spPr>
          <a:xfrm>
            <a:off x="2209800" y="3281083"/>
            <a:ext cx="7772400" cy="1422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2A5A0D-9581-8C85-18F9-BCADFD58F5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7425"/>
          <a:stretch>
            <a:fillRect/>
          </a:stretch>
        </p:blipFill>
        <p:spPr>
          <a:xfrm>
            <a:off x="2209800" y="4703891"/>
            <a:ext cx="7772400" cy="142280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69D266-2593-73E3-4807-B54F4950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Cross-shore Velocity and Temperature Coherence Between sites</a:t>
            </a:r>
          </a:p>
        </p:txBody>
      </p:sp>
    </p:spTree>
    <p:extLst>
      <p:ext uri="{BB962C8B-B14F-4D97-AF65-F5344CB8AC3E}">
        <p14:creationId xmlns:p14="http://schemas.microsoft.com/office/powerpoint/2010/main" val="307065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B1FA-0EEB-FC77-CAEE-0233EC43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Alongshore Velocity and Temperature Coherence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1FFBA-4059-51C0-E0E1-788FDE6EC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812" y="1869031"/>
            <a:ext cx="7772400" cy="43678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DF465-7D09-A89C-9075-6471E47E3634}"/>
              </a:ext>
            </a:extLst>
          </p:cNvPr>
          <p:cNvSpPr txBox="1"/>
          <p:nvPr/>
        </p:nvSpPr>
        <p:spPr>
          <a:xfrm>
            <a:off x="413273" y="1869031"/>
            <a:ext cx="35715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 one shows very little coherence, with small peaks in similar bands to the cross-shore, probably because propagation and coordinate system might not be completely aligned</a:t>
            </a:r>
          </a:p>
          <a:p>
            <a:endParaRPr lang="en-US" dirty="0"/>
          </a:p>
          <a:p>
            <a:r>
              <a:rPr lang="en-US" dirty="0"/>
              <a:t>Phase is much less stable in the alongshore</a:t>
            </a:r>
          </a:p>
        </p:txBody>
      </p:sp>
    </p:spTree>
    <p:extLst>
      <p:ext uri="{BB962C8B-B14F-4D97-AF65-F5344CB8AC3E}">
        <p14:creationId xmlns:p14="http://schemas.microsoft.com/office/powerpoint/2010/main" val="269359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E7C0-E107-FE01-42EF-81CE48B3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673D-CE3B-8994-3F47-96BCCF9C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Alongshore Velocity and Temperature Coherence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54FD5-5E5A-71AC-4049-CF385084E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651"/>
          <a:stretch>
            <a:fillRect/>
          </a:stretch>
        </p:blipFill>
        <p:spPr>
          <a:xfrm>
            <a:off x="2209800" y="1690689"/>
            <a:ext cx="7772400" cy="13255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015638-9DEE-454E-4546-F870E963AB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651"/>
          <a:stretch>
            <a:fillRect/>
          </a:stretch>
        </p:blipFill>
        <p:spPr>
          <a:xfrm>
            <a:off x="2209800" y="3016253"/>
            <a:ext cx="7772400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E8BF2-3020-B8F7-A8A5-FA7B307057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9651"/>
          <a:stretch>
            <a:fillRect/>
          </a:stretch>
        </p:blipFill>
        <p:spPr>
          <a:xfrm>
            <a:off x="2209800" y="4504529"/>
            <a:ext cx="7772400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2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7E23-CBA3-7064-F86D-CBBC00DE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Energy </a:t>
            </a:r>
            <a:r>
              <a:rPr lang="en-US" dirty="0" err="1"/>
              <a:t>Dissapation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3DC9-71F5-E3FC-1566-12CA0B03F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internal waves transform as they move from M4-M1 and M1-M3</a:t>
            </a:r>
          </a:p>
          <a:p>
            <a:r>
              <a:rPr lang="en-US" dirty="0"/>
              <a:t>How do they transform M1-M2?</a:t>
            </a:r>
          </a:p>
          <a:p>
            <a:r>
              <a:rPr lang="en-US" dirty="0"/>
              <a:t>How do those two changes compare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6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2136781-9753-4c75-af28-68a078871ebf}" enabled="0" method="" siteId="{22136781-9753-4c75-af28-68a078871eb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271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YCSEC-A Poster Outline</vt:lpstr>
      <vt:lpstr>Dominant Advection Currents</vt:lpstr>
      <vt:lpstr>Low-Frequency  Variance Breakdown</vt:lpstr>
      <vt:lpstr>Low frequency currents</vt:lpstr>
      <vt:lpstr>Mean Current Profiles</vt:lpstr>
      <vt:lpstr>Current Variability</vt:lpstr>
      <vt:lpstr>Flow attenuation</vt:lpstr>
      <vt:lpstr>Alongshore Baroclinic Velocity EOFs</vt:lpstr>
      <vt:lpstr>Cross-shore Baroclinic Velocity EOFs</vt:lpstr>
      <vt:lpstr>Cross-shore Velocity and Temperature Coherence</vt:lpstr>
      <vt:lpstr>Cross-shore Velocity and Temperature Coherence Between sites</vt:lpstr>
      <vt:lpstr>Alongshore Velocity and Temperature Coherence</vt:lpstr>
      <vt:lpstr>Alongshore Velocity and Temperature Coherence</vt:lpstr>
      <vt:lpstr>Wave Energy Dissapation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Rooker, Jason Kent</dc:creator>
  <cp:lastModifiedBy>Rooker, Jason Kent</cp:lastModifiedBy>
  <cp:revision>1</cp:revision>
  <dcterms:created xsi:type="dcterms:W3CDTF">2026-07-06T12:47:10Z</dcterms:created>
  <dcterms:modified xsi:type="dcterms:W3CDTF">2026-07-06T19:53:34Z</dcterms:modified>
</cp:coreProperties>
</file>