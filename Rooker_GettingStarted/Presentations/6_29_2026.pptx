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5121F-9002-93BF-5F93-8AFC21DB21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DF7EE5-1126-44F8-22FF-902A5F27DA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22A29-CC10-DFA4-E598-654D57C52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DD6F6-ECBE-401A-9E63-7376F862321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B6BBF-6252-9665-A1B7-B99393C98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285E8-E4ED-D67C-F53C-676F1A243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23DF2-D3A0-4B27-9A7A-5296E1F19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309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447C7-7266-CC3C-AFA3-36929814A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9C0E2-BEC0-76C0-D828-324E6BAC9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F1723-EB4A-3700-E002-3BE5E9489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DD6F6-ECBE-401A-9E63-7376F862321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BC542-9F40-7BAD-9E9C-BAF603917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0334E-328C-9E2B-3AB6-1778DD1F1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23DF2-D3A0-4B27-9A7A-5296E1F19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220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62F8E-A320-11FD-A75E-60837F937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CA594-1D1C-EB13-E58C-508976906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7BF6E-3EA1-F9A0-EC60-E3925B8E3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DD6F6-ECBE-401A-9E63-7376F862321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26CE1-2DE4-B257-57F9-2CB3D71C0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F1A24-32BF-620B-FA85-1C827B36C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23DF2-D3A0-4B27-9A7A-5296E1F19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214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4EAA5-A4C3-1B6C-C54D-B1E470E6E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EFDF3-8FBF-5138-7E6C-4068417060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A92891-46DC-AB16-2B5B-FB69E730BF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90AFE4-4EEC-D87A-6E46-4617FA4EB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DD6F6-ECBE-401A-9E63-7376F862321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194A0B-38EF-CE00-E6CF-5B7649B04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F704AB-BCA3-E450-2C17-DCCBBEE81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23DF2-D3A0-4B27-9A7A-5296E1F19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619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F21A8-778A-68DA-DB03-01AD01DF8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D1D62-551E-9955-6BA4-1A3E262B63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1E5B72-E24B-5244-0A0E-672D216E45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7A366A-5202-75ED-A0D1-F276A05705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9C33AA-EBE5-BB83-33E6-C38C95C415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605D4-DB5A-C3EB-6D77-D9757F747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DD6F6-ECBE-401A-9E63-7376F862321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B86543-2796-AA5F-C958-8332B4610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4E677C-B236-4116-93E0-26DE923BE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23DF2-D3A0-4B27-9A7A-5296E1F19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588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5131F-1281-306F-F0B7-ED82D08CD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F1EEEB-49CC-CF2B-1BEB-9EE8837E7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DD6F6-ECBE-401A-9E63-7376F862321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9F0BBD-DC4E-1F63-4401-59EA09ADB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8AFCA5-677C-F07B-488B-57EB67AC5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23DF2-D3A0-4B27-9A7A-5296E1F19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926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E91B69-17D3-3CC6-1CCF-F8E2A43F2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DD6F6-ECBE-401A-9E63-7376F862321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359A36-3227-ED28-868F-99D7907D1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3E7F78-AEF0-EEB9-6A5B-D04385038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23DF2-D3A0-4B27-9A7A-5296E1F19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290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D95CE-3D1F-D412-18EA-4F4CC63A4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C44CB-BA36-9CF6-BF6D-9BC62EA81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2A7A69-FF7E-A381-F377-ED4AF42E8D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D91E4-5509-7F47-AAA4-00E8529B9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DD6F6-ECBE-401A-9E63-7376F862321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10C1DA-E84D-1E14-BD53-3B3BDFADB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912299-A867-47C8-EA72-602FF926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23DF2-D3A0-4B27-9A7A-5296E1F19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26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DB37F-1518-1802-2879-40FEE02F8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68C89C-5C4A-AC78-2C19-960F597C1A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456C65-0C49-52BA-6787-956978E0E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6F48D-A573-55A3-0DC9-5919B1AB1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DD6F6-ECBE-401A-9E63-7376F862321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9950BB-CCD4-6243-3431-7ECF4046C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AE227D-DDB6-4D4D-E35F-A1D68246C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23DF2-D3A0-4B27-9A7A-5296E1F19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842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C9D41-6E43-CC7A-29A7-753D6B020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9E7FBA-CD7D-B180-FBA3-8BEAD4B3B7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15F77-A587-4318-D95C-87A0280D2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DD6F6-ECBE-401A-9E63-7376F862321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3418D-2A01-388D-9EA5-2A584974B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6D14F-0273-712D-2807-1EB3F0BC9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23DF2-D3A0-4B27-9A7A-5296E1F19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65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696CC3-3DE9-560E-F928-1972BB11AE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A23415-D8F0-A0D4-033D-C4299F9C1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43F8B-9561-03D3-09F0-1B5F358B9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DD6F6-ECBE-401A-9E63-7376F862321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B97B1-9C53-F150-D45F-33A26A435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F1270-6AA1-8332-76F4-C19ADE7A9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23DF2-D3A0-4B27-9A7A-5296E1F19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197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37D38D-E3D4-7021-F5D0-469EC8D24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CDEACC-9B41-BD6C-D417-216A8E6AAE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E4EA8-FCEA-F030-E95D-9604590C0A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ADD6F6-ECBE-401A-9E63-7376F862321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8C0BC-338C-ACF2-0B30-DBD7D0B55D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5F1FA-62B9-1BA6-4E18-7D92E979FE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323DF2-D3A0-4B27-9A7A-5296E1F19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55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BA4EE-09A5-78F6-A03B-A89E624A9D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6/29/2026</a:t>
            </a:r>
          </a:p>
        </p:txBody>
      </p:sp>
    </p:spTree>
    <p:extLst>
      <p:ext uri="{BB962C8B-B14F-4D97-AF65-F5344CB8AC3E}">
        <p14:creationId xmlns:p14="http://schemas.microsoft.com/office/powerpoint/2010/main" val="3111943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E5C844-CDAA-4DEF-2E30-4163BC492A52}"/>
              </a:ext>
            </a:extLst>
          </p:cNvPr>
          <p:cNvSpPr txBox="1"/>
          <p:nvPr/>
        </p:nvSpPr>
        <p:spPr>
          <a:xfrm>
            <a:off x="3128772" y="2249424"/>
            <a:ext cx="59344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Barotropic Spectra</a:t>
            </a:r>
          </a:p>
        </p:txBody>
      </p:sp>
    </p:spTree>
    <p:extLst>
      <p:ext uri="{BB962C8B-B14F-4D97-AF65-F5344CB8AC3E}">
        <p14:creationId xmlns:p14="http://schemas.microsoft.com/office/powerpoint/2010/main" val="2074319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621F8C-F362-AD43-AA24-DD2589F81F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9196"/>
            <a:ext cx="12192000" cy="549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779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C19DA6-1412-EE50-75A3-E74CB03FBC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9196"/>
            <a:ext cx="12192000" cy="549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028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9F9958-024D-F446-1B0D-0CADBA9763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9196"/>
            <a:ext cx="12192000" cy="549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403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5E1B2A-EF23-0885-CC88-7F87B30834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9196"/>
            <a:ext cx="12192000" cy="549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986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B45FF8-726D-A37D-8B9C-B1D57C80F779}"/>
              </a:ext>
            </a:extLst>
          </p:cNvPr>
          <p:cNvSpPr txBox="1"/>
          <p:nvPr/>
        </p:nvSpPr>
        <p:spPr>
          <a:xfrm>
            <a:off x="3128772" y="1905506"/>
            <a:ext cx="593445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Std profile of 1</a:t>
            </a:r>
            <a:r>
              <a:rPr lang="en-US" sz="4800" baseline="30000" dirty="0"/>
              <a:t>st</a:t>
            </a:r>
            <a:r>
              <a:rPr lang="en-US" sz="4800" dirty="0"/>
              <a:t> baroclinic mode temperature EOF reconstruction</a:t>
            </a:r>
          </a:p>
        </p:txBody>
      </p:sp>
    </p:spTree>
    <p:extLst>
      <p:ext uri="{BB962C8B-B14F-4D97-AF65-F5344CB8AC3E}">
        <p14:creationId xmlns:p14="http://schemas.microsoft.com/office/powerpoint/2010/main" val="2081662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8A0811-07FD-7AF7-8A75-880381293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947" y="0"/>
            <a:ext cx="69181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292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95194E-3FBB-F981-3425-A05938A287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9196"/>
            <a:ext cx="12192000" cy="549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851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2A719F-0D1F-876E-2987-E573172C63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9196"/>
            <a:ext cx="12192000" cy="549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133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8CB394-B18E-6ECE-9895-F7182C7E02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9196"/>
            <a:ext cx="12192000" cy="549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938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864DE0-9C48-986F-CBAB-01138C0325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9196"/>
            <a:ext cx="12192000" cy="549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420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12</Words>
  <Application>Microsoft Office PowerPoint</Application>
  <PresentationFormat>Widescreen</PresentationFormat>
  <Paragraphs>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6/29/2026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Rooker, Jason Kent</dc:creator>
  <cp:lastModifiedBy>Rooker, Jason Kent</cp:lastModifiedBy>
  <cp:revision>1</cp:revision>
  <dcterms:created xsi:type="dcterms:W3CDTF">2026-06-29T18:03:48Z</dcterms:created>
  <dcterms:modified xsi:type="dcterms:W3CDTF">2026-06-29T20:53:54Z</dcterms:modified>
</cp:coreProperties>
</file>